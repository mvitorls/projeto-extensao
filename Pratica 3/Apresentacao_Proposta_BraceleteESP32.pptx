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Bracelete Inteligente ESP32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Tecnologia Assistiva para Pessoas com Baixa Visão</a:t>
            </a:r>
          </a:p>
          <a:p/>
          <a:p>
            <a:r>
              <a:t>Prática de Extensão III - IFPR Campus Pinhais</a:t>
            </a:r>
          </a:p>
          <a:p>
            <a:r>
              <a:t>Autores: Matheus Schionato e Vairtles Liel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O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locomoção independente enfrenta barreiras urbanas:</a:t>
            </a:r>
          </a:p>
          <a:p>
            <a:pPr lvl="1"/>
            <a:r>
              <a:t>Bengala longa foca no solo (degraus, buracos).</a:t>
            </a:r>
          </a:p>
          <a:p>
            <a:pPr lvl="1"/>
            <a:r>
              <a:t>Obstáculos suspensos (orelhões, placas, galhos) causam traumas faciais.</a:t>
            </a:r>
          </a:p>
          <a:p>
            <a:pPr lvl="1"/>
            <a:r>
              <a:t>Necessidade de suprir a zona cega sem comprometer a audição.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 Proposta de Solução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Dispositivo complementar fixado ao punho:</a:t>
            </a:r>
          </a:p>
          <a:p>
            <a:pPr lvl="1"/>
            <a:r>
              <a:t>Monitora o espaço superior e frontal através de sensores.</a:t>
            </a:r>
          </a:p>
          <a:p>
            <a:pPr lvl="1"/>
            <a:r>
              <a:t>Alertas sensoriais via resposta vibrotátil (feedback háptico).</a:t>
            </a:r>
          </a:p>
          <a:p>
            <a:pPr lvl="1"/>
            <a:r>
              <a:t>Uso do microcontrolador ESP32: baixo custo, leve e rápido.</a:t>
            </a:r>
          </a:p>
          <a:p>
            <a:pPr lvl="1"/>
            <a:r>
              <a:t>Alternativa aberta (open source) e acessível.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Execução (Março a Abril de 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Atividades concentradas nos laboratórios do IFPR:</a:t>
            </a:r>
          </a:p>
          <a:p>
            <a:pPr lvl="1"/>
            <a:r>
              <a:t>Semana 1: Levantamento de requisitos e componentes.</a:t>
            </a:r>
          </a:p>
          <a:p>
            <a:pPr lvl="1"/>
            <a:r>
              <a:t>Semana 2: Projeto eletrônico e montagem do bracelete.</a:t>
            </a:r>
          </a:p>
          <a:p>
            <a:pPr lvl="1"/>
            <a:r>
              <a:t>Semana 3: Programação C/C++ do ESP32 e integração dos sensores.</a:t>
            </a:r>
          </a:p>
          <a:p>
            <a:pPr lvl="1"/>
            <a:r>
              <a:t>Semana 4: Testes, validação e documentação.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Relevância para a Comunidade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Democratização de Soluções Assistivas:</a:t>
            </a:r>
          </a:p>
          <a:p>
            <a:pPr lvl="1"/>
            <a:r>
              <a:t>Equipamentos importados são caros e inacessíveis.</a:t>
            </a:r>
          </a:p>
          <a:p>
            <a:pPr lvl="1"/>
            <a:r>
              <a:t>Aproxima o curso de Computação das necessidades reais de acessibilidade (Lei Brasileira de Inclusão).</a:t>
            </a:r>
          </a:p>
          <a:p>
            <a:pPr lvl="1"/>
            <a:r>
              <a:t>Garante autonomia, segurança e inclusão social aos usuários.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